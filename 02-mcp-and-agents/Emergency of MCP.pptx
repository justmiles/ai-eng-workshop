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fdd80ba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fdd80ba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0" y="1996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Evolution of Agentic AI and Emergence of MCP</a:t>
            </a:r>
            <a:endParaRPr b="1"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2250"/>
            <a:ext cx="8839198" cy="265733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358425" y="3781500"/>
            <a:ext cx="3351300" cy="1362000"/>
          </a:xfrm>
          <a:prstGeom prst="wedgeRectCallout">
            <a:avLst>
              <a:gd fmla="val -4174" name="adj1"/>
              <a:gd fmla="val -7097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Inefficient 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If API Changes, connections to be reprogrammed 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Duplicate effort between diff projects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6021650" y="3781600"/>
            <a:ext cx="3038100" cy="1362000"/>
          </a:xfrm>
          <a:prstGeom prst="wedgeRectCallout">
            <a:avLst>
              <a:gd fmla="val -67107" name="adj1"/>
              <a:gd fmla="val -69749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Efficient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Developers to integrate only with MCP client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Green arrow supported by API providers 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